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4" r:id="rId4"/>
  </p:sldMasterIdLst>
  <p:notesMasterIdLst>
    <p:notesMasterId r:id="rId20"/>
  </p:notesMasterIdLst>
  <p:sldIdLst>
    <p:sldId id="260" r:id="rId5"/>
    <p:sldId id="261" r:id="rId6"/>
    <p:sldId id="262" r:id="rId7"/>
    <p:sldId id="288" r:id="rId8"/>
    <p:sldId id="265" r:id="rId9"/>
    <p:sldId id="273" r:id="rId10"/>
    <p:sldId id="272" r:id="rId11"/>
    <p:sldId id="280" r:id="rId12"/>
    <p:sldId id="275" r:id="rId13"/>
    <p:sldId id="281" r:id="rId14"/>
    <p:sldId id="289" r:id="rId15"/>
    <p:sldId id="285" r:id="rId16"/>
    <p:sldId id="290" r:id="rId17"/>
    <p:sldId id="282" r:id="rId18"/>
    <p:sldId id="278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3.xml"/><Relationship Id="rId8" Type="http://schemas.openxmlformats.org/officeDocument/2006/relationships/tags" Target="../tags/tag202.xml"/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1" Type="http://schemas.openxmlformats.org/officeDocument/2006/relationships/tags" Target="../tags/tag205.xml"/><Relationship Id="rId10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</a:endParaRP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矩形: 圆顶角 12"/>
          <p:cNvSpPr/>
          <p:nvPr userDrawn="1">
            <p:custDataLst>
              <p:tags r:id="rId9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单击此处
添加文档标题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单击此处添加章节标题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01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谢谢观看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4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2" Type="http://schemas.openxmlformats.org/officeDocument/2006/relationships/theme" Target="../theme/theme3.xml"/><Relationship Id="rId21" Type="http://schemas.openxmlformats.org/officeDocument/2006/relationships/tags" Target="../tags/tag289.xml"/><Relationship Id="rId20" Type="http://schemas.openxmlformats.org/officeDocument/2006/relationships/tags" Target="../tags/tag288.xml"/><Relationship Id="rId2" Type="http://schemas.openxmlformats.org/officeDocument/2006/relationships/slideLayout" Target="../slideLayouts/slideLayout26.xml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6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5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293.xml"/><Relationship Id="rId4" Type="http://schemas.openxmlformats.org/officeDocument/2006/relationships/image" Target="../media/image1.png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tags" Target="../tags/tag2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3" Type="http://schemas.openxmlformats.org/officeDocument/2006/relationships/slideLayout" Target="../slideLayouts/slideLayout25.xml"/><Relationship Id="rId22" Type="http://schemas.openxmlformats.org/officeDocument/2006/relationships/tags" Target="../tags/tag314.xml"/><Relationship Id="rId21" Type="http://schemas.openxmlformats.org/officeDocument/2006/relationships/tags" Target="../tags/tag313.xml"/><Relationship Id="rId20" Type="http://schemas.openxmlformats.org/officeDocument/2006/relationships/tags" Target="../tags/tag312.xml"/><Relationship Id="rId2" Type="http://schemas.openxmlformats.org/officeDocument/2006/relationships/tags" Target="../tags/tag295.xml"/><Relationship Id="rId19" Type="http://schemas.openxmlformats.org/officeDocument/2006/relationships/tags" Target="../tags/tag311.xml"/><Relationship Id="rId18" Type="http://schemas.openxmlformats.org/officeDocument/2006/relationships/tags" Target="../tags/tag310.xml"/><Relationship Id="rId17" Type="http://schemas.openxmlformats.org/officeDocument/2006/relationships/tags" Target="../tags/tag309.xml"/><Relationship Id="rId16" Type="http://schemas.openxmlformats.org/officeDocument/2006/relationships/tags" Target="../tags/tag308.xml"/><Relationship Id="rId15" Type="http://schemas.openxmlformats.org/officeDocument/2006/relationships/image" Target="../media/image1.png"/><Relationship Id="rId14" Type="http://schemas.openxmlformats.org/officeDocument/2006/relationships/tags" Target="../tags/tag307.xml"/><Relationship Id="rId13" Type="http://schemas.openxmlformats.org/officeDocument/2006/relationships/tags" Target="../tags/tag306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17.xml"/><Relationship Id="rId3" Type="http://schemas.openxmlformats.org/officeDocument/2006/relationships/image" Target="../media/image1.png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20.xml"/><Relationship Id="rId3" Type="http://schemas.openxmlformats.org/officeDocument/2006/relationships/image" Target="../media/image1.png"/><Relationship Id="rId2" Type="http://schemas.openxmlformats.org/officeDocument/2006/relationships/tags" Target="../tags/tag319.xml"/><Relationship Id="rId1" Type="http://schemas.openxmlformats.org/officeDocument/2006/relationships/tags" Target="../tags/tag3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3" Type="http://schemas.openxmlformats.org/officeDocument/2006/relationships/slideLayout" Target="../slideLayouts/slideLayout34.xml"/><Relationship Id="rId12" Type="http://schemas.openxmlformats.org/officeDocument/2006/relationships/tags" Target="../tags/tag331.xml"/><Relationship Id="rId11" Type="http://schemas.openxmlformats.org/officeDocument/2006/relationships/image" Target="../media/image1.png"/><Relationship Id="rId10" Type="http://schemas.openxmlformats.org/officeDocument/2006/relationships/tags" Target="../tags/tag330.xml"/><Relationship Id="rId1" Type="http://schemas.openxmlformats.org/officeDocument/2006/relationships/tags" Target="../tags/tag32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34.xml"/><Relationship Id="rId3" Type="http://schemas.openxmlformats.org/officeDocument/2006/relationships/image" Target="../media/image1.png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image" Target="../media/image2.png"/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9" Type="http://schemas.openxmlformats.org/officeDocument/2006/relationships/slideLayout" Target="../slideLayouts/slideLayout27.xml"/><Relationship Id="rId18" Type="http://schemas.openxmlformats.org/officeDocument/2006/relationships/tags" Target="../tags/tag348.xml"/><Relationship Id="rId17" Type="http://schemas.openxmlformats.org/officeDocument/2006/relationships/image" Target="../media/image1.png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image" Target="../media/image4.png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51.xml"/><Relationship Id="rId3" Type="http://schemas.openxmlformats.org/officeDocument/2006/relationships/image" Target="../media/image1.png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image" Target="../media/image5.jpeg"/><Relationship Id="rId2" Type="http://schemas.openxmlformats.org/officeDocument/2006/relationships/tags" Target="../tags/tag353.xml"/><Relationship Id="rId12" Type="http://schemas.openxmlformats.org/officeDocument/2006/relationships/slideLayout" Target="../slideLayouts/slideLayout29.xml"/><Relationship Id="rId11" Type="http://schemas.openxmlformats.org/officeDocument/2006/relationships/tags" Target="../tags/tag360.xml"/><Relationship Id="rId10" Type="http://schemas.openxmlformats.org/officeDocument/2006/relationships/image" Target="../media/image1.png"/><Relationship Id="rId1" Type="http://schemas.openxmlformats.org/officeDocument/2006/relationships/tags" Target="../tags/tag35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63.xml"/><Relationship Id="rId3" Type="http://schemas.openxmlformats.org/officeDocument/2006/relationships/image" Target="../media/image1.png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image" Target="../media/image6.png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9" Type="http://schemas.openxmlformats.org/officeDocument/2006/relationships/slideLayout" Target="../slideLayouts/slideLayout36.xml"/><Relationship Id="rId18" Type="http://schemas.openxmlformats.org/officeDocument/2006/relationships/tags" Target="../tags/tag377.xml"/><Relationship Id="rId17" Type="http://schemas.openxmlformats.org/officeDocument/2006/relationships/image" Target="../media/image1.png"/><Relationship Id="rId16" Type="http://schemas.openxmlformats.org/officeDocument/2006/relationships/tags" Target="../tags/tag376.xml"/><Relationship Id="rId15" Type="http://schemas.openxmlformats.org/officeDocument/2006/relationships/tags" Target="../tags/tag375.xml"/><Relationship Id="rId14" Type="http://schemas.openxmlformats.org/officeDocument/2006/relationships/image" Target="../media/image8.png"/><Relationship Id="rId13" Type="http://schemas.openxmlformats.org/officeDocument/2006/relationships/tags" Target="../tags/tag374.xml"/><Relationship Id="rId12" Type="http://schemas.openxmlformats.org/officeDocument/2006/relationships/tags" Target="../tags/tag373.xml"/><Relationship Id="rId11" Type="http://schemas.openxmlformats.org/officeDocument/2006/relationships/tags" Target="../tags/tag372.xml"/><Relationship Id="rId10" Type="http://schemas.openxmlformats.org/officeDocument/2006/relationships/tags" Target="../tags/tag371.xml"/><Relationship Id="rId1" Type="http://schemas.openxmlformats.org/officeDocument/2006/relationships/tags" Target="../tags/tag36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380.xml"/><Relationship Id="rId3" Type="http://schemas.openxmlformats.org/officeDocument/2006/relationships/image" Target="../media/image1.png"/><Relationship Id="rId2" Type="http://schemas.openxmlformats.org/officeDocument/2006/relationships/tags" Target="../tags/tag379.xml"/><Relationship Id="rId1" Type="http://schemas.openxmlformats.org/officeDocument/2006/relationships/tags" Target="../tags/tag37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tags" Target="../tags/tag388.xml"/><Relationship Id="rId7" Type="http://schemas.openxmlformats.org/officeDocument/2006/relationships/tags" Target="../tags/tag387.xml"/><Relationship Id="rId6" Type="http://schemas.openxmlformats.org/officeDocument/2006/relationships/tags" Target="../tags/tag386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2" Type="http://schemas.openxmlformats.org/officeDocument/2006/relationships/slideLayout" Target="../slideLayouts/slideLayout31.xml"/><Relationship Id="rId11" Type="http://schemas.openxmlformats.org/officeDocument/2006/relationships/tags" Target="../tags/tag391.xml"/><Relationship Id="rId10" Type="http://schemas.openxmlformats.org/officeDocument/2006/relationships/tags" Target="../tags/tag390.xml"/><Relationship Id="rId1" Type="http://schemas.openxmlformats.org/officeDocument/2006/relationships/tags" Target="../tags/tag38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2026/03/24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>
          <a:xfrm>
            <a:off x="409566" y="2583030"/>
            <a:ext cx="10506287" cy="2540000"/>
          </a:xfrm>
        </p:spPr>
        <p:txBody>
          <a:bodyPr>
            <a:noAutofit/>
          </a:bodyPr>
          <a:p>
            <a:r>
              <a:rPr sz="4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4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Intel Core Ultra </a:t>
            </a:r>
            <a:r>
              <a:rPr sz="4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边缘枢纽的</a:t>
            </a:r>
            <a:br>
              <a:rPr sz="4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4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多模态低空无人机智能调度系统</a:t>
            </a:r>
            <a:endParaRPr lang="zh-CN" altLang="en-US" sz="4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>
          <a:xfrm>
            <a:off x="8450757" y="4768236"/>
            <a:ext cx="2817423" cy="616362"/>
          </a:xfrm>
        </p:spPr>
        <p:txBody>
          <a:bodyPr>
            <a:normAutofit fontScale="60000"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华中科技大学 谢秋实 朱拓源 庞亚宸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5" name="图片 4" descr="post_object_image_12421146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装饰  8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成员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介绍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项目目标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方案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7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嵌入式特征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7" name="图片 16" descr="post_object_image_124211462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  <p:sp>
        <p:nvSpPr>
          <p:cNvPr id="19" name="文本占位符 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070350" y="5638800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装饰  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876800" y="5511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文本占位符 1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5080000" y="5359400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项目预期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应用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占位符 1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994650" y="5638800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装饰  7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775700" y="5562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占位符 1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985250" y="5295900"/>
            <a:ext cx="23241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承诺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成员介绍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5" name="图片 4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2" name="图片 11" descr="post_object_image_12421146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  <p:graphicFrame>
        <p:nvGraphicFramePr>
          <p:cNvPr id="14" name="表格 13"/>
          <p:cNvGraphicFramePr/>
          <p:nvPr/>
        </p:nvGraphicFramePr>
        <p:xfrm>
          <a:off x="955474" y="2667000"/>
          <a:ext cx="10360660" cy="327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3080"/>
                <a:gridCol w="1618615"/>
                <a:gridCol w="6958965"/>
              </a:tblGrid>
              <a:tr h="817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成员名称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专业信息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分工与具体贡献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817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谢秋实（队长）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通信工程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23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级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负责项目总体方案设计与技术路线规划；负责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DK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-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2500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开发套件的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Ubuntu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系统部署以及嵌入式系统设计；负责实现边缘枢纽与无人机飞控系统的高可靠物理连接与 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MAVLink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通信协议封装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817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朱拓源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通信工程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23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级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负责语音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(Whisper)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、语义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(Llama3)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及视觉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(Yolo)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模型的训练与微调；利用 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Intel OpenVINO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工具链对模型进行 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INT8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量化，并针对 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Core Ultra 5 225U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的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NPU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和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GPU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进行异构推理优化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817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</a:rPr>
                        <a:t>庞亚宸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通信工程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23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级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负责无人机硬件平台组装与飞行控制参数整定； 使用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VMware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模拟环境与实物平台进行对比测试；负责 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DK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-</a:t>
                      </a:r>
                      <a:r>
                        <a:rPr lang="en-US" altLang="zh-CN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2500 </a:t>
                      </a:r>
                      <a:r>
                        <a:rPr lang="zh-CN" altLang="en-US">
                          <a:latin typeface="华文仿宋" panose="02010600040101010101" charset="-122"/>
                          <a:ea typeface="华文仿宋" panose="02010600040101010101" charset="-122"/>
                          <a:cs typeface="华文仿宋" panose="02010600040101010101" charset="-122"/>
                        </a:rPr>
                        <a:t>板载网口多路视频流接入调试以及系统功耗检测；执行系统鲁棒性测试和数据管理</a:t>
                      </a:r>
                      <a:endParaRPr lang="zh-CN" altLang="en-US">
                        <a:latin typeface="华文仿宋" panose="02010600040101010101" charset="-122"/>
                        <a:ea typeface="华文仿宋" panose="02010600040101010101" charset="-122"/>
                        <a:cs typeface="华文仿宋" panose="0201060004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项目</a:t>
            </a:r>
            <a:r>
              <a:rPr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目标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5" name="图片 4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项目目标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高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效稳定的低空作业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在安防监控、应急巡查及基建维护等多种城市应用领域采取无人机作业，无人机可以在相应场景下实现稳定可控飞行、实时目标检测、与终端智能交互等多种任务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实现“一站多控、一机多用”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操作员仅需语音、手势或视线即可指挥多架无人机执行不同任务，无人机回传视频流在枢纽端完成自动目标检测、视觉伺服追踪及智能取证，无需人工持续干预。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融合多模态自然交互与实时边缘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分析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融合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边缘端轻量级大模型（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SLM）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与视觉大模型，在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Intel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板卡上部署人工智能模型，将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Intel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边缘计算平台的强大算力与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OpenVINO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异构加速优势发挥到极致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3" name="图片 12" descr="post_object_image_124211462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项目</a:t>
            </a:r>
            <a:r>
              <a:rPr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方案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3" name="图片 12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方案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C:/Users/15000/Downloads/12 _ 分布式调度架构之两层调度：物质文明、精神文明两手抓_最大最小公平算法-CSDN博客.png12 _ 分布式调度架构之两层调度：物质文明、精神文明两手抓_最大最小公平算法-CSDN博客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-313" t="-883"/>
          <a:stretch>
            <a:fillRect/>
          </a:stretch>
        </p:blipFill>
        <p:spPr>
          <a:xfrm>
            <a:off x="609589" y="1524018"/>
            <a:ext cx="3454400" cy="2032025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916305" y="3624580"/>
            <a:ext cx="2842260" cy="591820"/>
          </a:xfrm>
        </p:spPr>
        <p:txBody>
          <a:bodyPr>
            <a:normAutofit fontScale="70000"/>
          </a:bodyPr>
          <a:p>
            <a:pPr algn="l">
              <a:lnSpc>
                <a:spcPct val="111000"/>
              </a:lnSpc>
            </a:pPr>
            <a:r>
              <a:rPr lang="zh-CN" altLang="en-US" sz="2400">
                <a:latin typeface="Microsoft YaHei UI" panose="020B0503020204020204" charset="-122"/>
                <a:ea typeface="Microsoft YaHei UI" panose="020B0503020204020204" charset="-122"/>
              </a:rPr>
              <a:t>“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边缘枢纽+边缘节点”</a:t>
            </a:r>
            <a:r>
              <a: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分布式架构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边缘枢纽作为地面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智能机场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”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，集中承担所有重负载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AI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计算与任务调度；无人机作为边缘节点，仅负责视频采集、姿态控制与指令执行，两层通过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MAVLink</a:t>
            </a:r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协议实现松耦合通信，确保系统扩展性与容错性。</a:t>
            </a:r>
            <a:endParaRPr lang="zh-CN" altLang="en-US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C:/Users/15000/Downloads/无人机实时三维建图_清杉科技.png无人机实时三维建图_清杉科技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-276"/>
          <a:stretch>
            <a:fillRect/>
          </a:stretch>
        </p:blipFill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 fontScale="80000"/>
          </a:bodyPr>
          <a:p>
            <a:pPr algn="l">
              <a:lnSpc>
                <a:spcPct val="111000"/>
              </a:lnSpc>
              <a:buClrTx/>
              <a:buSzTx/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实时边缘分析与取证模块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该模块以YOLO系列模型为骨干，辅以视觉伺服与报告生成，形成“检测-追踪-取证”闭环。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C:/Users/15000/Downloads/Strike Fighter Squadron 87 High Resolution Stock Ph….pngStrike Fighter Squadron 87 High Resolution Stock Ph…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14890" b="14890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多模态自然交互模块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  <a:buClrTx/>
              <a:buSzTx/>
            </a:pP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该模块集成语音、手势与视线三种交互通道，通过分层处理实现复杂指令的语义理解与精准转化。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6" name="图片 15" descr="post_object_image_124211462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嵌入式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特征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6" name="图片 15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嵌入式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特征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3" name="内容占位符 2" descr="e03ded02-275e-11f1-bff2-2a222a5735f6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006" b="1006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边缘板卡作为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“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智能枢纽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”</a:t>
            </a:r>
            <a:endParaRPr lang="en-US" altLang="zh-CN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90000" lnSpcReduction="20000"/>
          </a:bodyPr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1.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所有高算力任务（多模态解析、目标检测、视觉伺服、智能取证）全部集中于地面枢纽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2.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无人机仅承担视频采集与飞控执行，极大降低机载端算力与功耗压力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OpenVINO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异构计算赋能全栈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AI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模型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1. YOLOv8n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：单帧推理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 &lt; 12ms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，较原生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PyTorch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提升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 5.2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倍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2.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端到端多模态指令处理延迟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 &lt; 800ms</a:t>
            </a:r>
            <a:endParaRPr lang="en-US" altLang="zh-CN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3.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视频流目标检测帧率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 &gt; 30 FPS</a:t>
            </a:r>
            <a:endParaRPr lang="en-US" altLang="zh-CN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80000"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异构编程框架：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C++ + Python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高效协同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1.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底层推理：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C++ + OpenVINO Runtime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，保障高性能与低内存占用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2. 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上层交互：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Python + PyQt5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，实现灵活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UI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与快速迭代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6" name="图片 15" descr="post_object_image_124211462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项目预期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应用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6" name="图片 15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预期应用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600" y="3688080"/>
            <a:ext cx="3454400" cy="26924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4" name="图片占位符 3" descr="C:/Users/15000/Downloads/Reportan bloqueos y enfrentamientos en Culiacán; habrían detenido a____.pngReportan bloqueos y enfrentamientos en Culiacán; habrían detenido a____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2313" r="2312"/>
          <a:stretch>
            <a:fillRect/>
          </a:stretch>
        </p:blipFill>
        <p:spPr>
          <a:xfrm>
            <a:off x="609600" y="165608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914400" y="3992880"/>
            <a:ext cx="28448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应急巡查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914400" y="4551680"/>
            <a:ext cx="2844800" cy="15240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面向火情、洪涝、地震等灾害现场，自动完成火点识别、落水人员检测与视觉伺服追踪，实时回传关键画面，为指挥决策提供秒级响应支持。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>
          <a:xfrm>
            <a:off x="4368800" y="3688080"/>
            <a:ext cx="3454400" cy="26924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8" name="图片占位符 7" descr="C:/Users/15000/Downloads/傍晚的高架道路交通繁忙高清图片下载-正版图片500989658-摄图网.png傍晚的高架道路交通繁忙高清图片下载-正版图片500989658-摄图网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5744" b="5744"/>
          <a:stretch>
            <a:fillRect/>
          </a:stretch>
        </p:blipFill>
        <p:spPr>
          <a:xfrm>
            <a:off x="4368800" y="165608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4673600" y="3992880"/>
            <a:ext cx="28448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安防监控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4673600" y="4551680"/>
            <a:ext cx="2844800" cy="1524000"/>
          </a:xfrm>
        </p:spPr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在城市治理与重大活动保障中同时调度多架无人机，自动识别违章停车、异常聚集、闯入事件等，实现全天候、低延迟的智能化巡检，显著降低人工盯防负担。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>
          <a:xfrm>
            <a:off x="8128000" y="3688080"/>
            <a:ext cx="3454400" cy="26924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2" name="图片占位符 11" descr="C:/Users/15000/Downloads/Charleroi, on y croit - NEXT GEN BELGIQUE.pngCharleroi, on y croit - NEXT GEN BELGIQUE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20597" b="20597"/>
          <a:stretch>
            <a:fillRect/>
          </a:stretch>
        </p:blipFill>
        <p:spPr>
          <a:xfrm>
            <a:off x="8128000" y="165608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>
          <a:xfrm>
            <a:off x="8432800" y="3992880"/>
            <a:ext cx="28448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基建维护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>
          <a:xfrm>
            <a:off x="8432800" y="4551680"/>
            <a:ext cx="2844800" cy="1524000"/>
          </a:xfrm>
        </p:spPr>
        <p:txBody>
          <a:bodyPr>
            <a:normAutofit fontScale="9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针对地铁隧道、桥梁、电力线路等复杂基础设施，系统搭载专有目标检测模型，自动完成高清取证与巡检报告生成，将传统人工巡检效率提升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8-40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倍，有效保障作业安全。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9" name="图片 18" descr="post_object_image_124211462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1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承诺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2597785" y="0"/>
            <a:ext cx="9594215" cy="1964055"/>
            <a:chOff x="4091" y="0"/>
            <a:chExt cx="15109" cy="3093"/>
          </a:xfrm>
        </p:grpSpPr>
        <p:pic>
          <p:nvPicPr>
            <p:cNvPr id="16" name="图片 15" descr="post_object_image_12421146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24" y="0"/>
              <a:ext cx="3176" cy="26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 userDrawn="1"/>
          </p:nvSpPr>
          <p:spPr>
            <a:xfrm>
              <a:off x="4091" y="333"/>
              <a:ext cx="11018" cy="2761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2026年（第十三届）英特尔杯大学生电子设计竞赛嵌入式</a:t>
              </a:r>
              <a:r>
                <a:rPr lang="en-US" altLang="zh-CN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专题赛</a:t>
              </a:r>
              <a:endPara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endPara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2026 Intel Cup Undergraduate Electronic Design Contest </a:t>
              </a:r>
              <a:endPara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  <a:p>
              <a:pPr lvl="1" indent="457200"/>
              <a:r>
                <a:rPr lang="en-US" altLang="zh-CN">
                  <a:latin typeface="华文仿宋" panose="02010600040101010101" charset="-122"/>
                  <a:ea typeface="华文仿宋" panose="02010600040101010101" charset="-122"/>
                  <a:cs typeface="华文仿宋" panose="02010600040101010101" charset="-122"/>
                </a:rPr>
                <a:t>- Embedded System Design Invitational Contest</a:t>
              </a:r>
              <a:endPara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本人及团队成员郑重承诺：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装饰  7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1.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原创性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62000" y="2184400"/>
            <a:ext cx="10862945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本参赛作品《基于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Intel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边缘枢纽的多模态无人机智能调度与分析系统》由本团队独立自主设计与实现，所有核心算法、系统架构、软件代码及硬件方案均为团队原创成果。项目开发过程中，未抄袭、复制或模仿任何已有作品。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2.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知识产权合规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62000" y="3911600"/>
            <a:ext cx="10862945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本作品所使用的第三方技术（如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OpenVINO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、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YOLOv8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、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Whisper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、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Llama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等）均基于其开源许可协议进行合法使用与二次开发，未侵犯任何第三方专利权、著作权、商标权或其他知识产权。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</a:rPr>
              <a:t>3.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真实性保证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762000" y="5638800"/>
            <a:ext cx="10862945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本承诺书内容真实有效，如有虚假，愿意接受竞赛组委会的取消参赛资格及其他相应处理。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谢谢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4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57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57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57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57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57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57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57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7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7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3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9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1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f53cc01f42cea7ee3964489bb7634c9bd4d39"/>
  <p:tag name="KSO_WM_NEWLAYOUT_ID" val="1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27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12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5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3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13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145.xml><?xml version="1.0" encoding="utf-8"?>
<p:tagLst xmlns:p="http://schemas.openxmlformats.org/presentationml/2006/main">
  <p:tag name="KSO_WM_AITEMPLATE_STYLE_ID" val="69796632965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e2750534f0bcd871b09aa3a805b4d54d8dda8c"/>
  <p:tag name="KSO_WM_NEWLAYOUT_GROUP_ID" val="layout_1-5"/>
  <p:tag name="KSO_WM_NEWLAYOUT_ID" val="slide_61223ae7a7f7aefc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23d9f3aa00f3412d9cfbd62c08b4a82160fa5ab"/>
  <p:tag name="KSO_WM_NEWLAYOUT_GROUP_ID" val="layout_10013"/>
  <p:tag name="KSO_WM_NEWLAYOUT_ID" val="slide_8b398fc64e4c05a5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d6bc5f380f824c1194fa6070f9725303327bee"/>
  <p:tag name="KSO_WM_NEWLAYOUT_GROUP_ID" val="layout_26"/>
  <p:tag name="KSO_WM_NEWLAYOUT_ID" val="slide_33b65c8d547e38d4"/>
</p:tagLst>
</file>

<file path=ppt/tags/tag1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833d67ab9381e5ded76cd3ffd00658ff3f90bd"/>
  <p:tag name="KSO_WM_NEWLAYOUT_GROUP_ID" val="layout_10007"/>
  <p:tag name="KSO_WM_NEWLAYOUT_ID" val="slide_a93629e32f0363b8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cd79a44a551b3fdfcdcc252f0807d077b8e08ec"/>
  <p:tag name="KSO_WM_NEWLAYOUT_GROUP_ID" val="layout_10012"/>
  <p:tag name="KSO_WM_NEWLAYOUT_ID" val="slide_ed19c0db6ed585c4"/>
</p:tagLst>
</file>

<file path=ppt/tags/tag1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9e4d5884acf208647797a027ed6b5a32e6a684"/>
  <p:tag name="KSO_WM_NEWLAYOUT_GROUP_ID" val="layout_10004"/>
  <p:tag name="KSO_WM_NEWLAYOUT_ID" val="slide_b78e5c9395481cf5"/>
</p:tagLst>
</file>

<file path=ppt/tags/tag1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7ab23ccb59b1e4dfbe8b241a34ca0850ccc0a"/>
  <p:tag name="KSO_WM_NEWLAYOUT_GROUP_ID" val="layout_6"/>
  <p:tag name="KSO_WM_NEWLAYOUT_ID" val="slide_20c7e24892b2d060"/>
</p:tagLst>
</file>

<file path=ppt/tags/tag2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68db3bedf59a18c677aeb1d771997a9c8aef0e"/>
  <p:tag name="KSO_WM_NEWLAYOUT_GROUP_ID" val="layout_10003"/>
  <p:tag name="KSO_WM_NEWLAYOUT_ID" val="slide_10cd397e0139f3d8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e91df77b45d1bff8b854e8ec31260fd466c8ae6"/>
  <p:tag name="KSO_WM_NEWLAYOUT_GROUP_ID" val="layout_30"/>
  <p:tag name="KSO_WM_NEWLAYOUT_ID" val="slide_5503ebf2133f2dbc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1051838a25b7a5385e480de95cabe2fd462d3a"/>
  <p:tag name="KSO_WM_NEWLAYOUT_GROUP_ID" val="layout_35"/>
  <p:tag name="KSO_WM_NEWLAYOUT_ID" val="slide_3a8d68c4cb9e2e1d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c578f2c2743e71e1838a5320cacc4b8b6e798d1"/>
  <p:tag name="KSO_WM_NEWLAYOUT_GROUP_ID" val="layout_34"/>
  <p:tag name="KSO_WM_NEWLAYOUT_ID" val="slide_4acdb5d565d7a68b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1340e5edf6bbf1a253137202d8d81c64542c9c"/>
  <p:tag name="KSO_WM_NEWLAYOUT_GROUP_ID" val="layout_2"/>
  <p:tag name="KSO_WM_NEWLAYOUT_ID" val="slide_601b8a6f8f27b735"/>
</p:tagLst>
</file>

<file path=ppt/tags/tag2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f97f3263d6a1a22accbd97753b397447859a8d"/>
  <p:tag name="KSO_WM_NEWLAYOUT_GROUP_ID" val="layout_51"/>
  <p:tag name="KSO_WM_NEWLAYOUT_ID" val="slide_852d700e72c68e5e"/>
</p:tagLst>
</file>

<file path=ppt/tags/tag2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28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8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290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9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92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9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SLIDE_INDEX" val="1"/>
  <p:tag name="KSO_WM_SLIDE_ID" val="custom40490157_1"/>
  <p:tag name="KSO_WM_TEMPLATE_MASTER_TYPE" val="0"/>
  <p:tag name="KSO_WM_SLIDE_LAYOUT" val="a_f"/>
  <p:tag name="KSO_WM_SLIDE_LAYOUT_CNT" val="1_2"/>
  <p:tag name="KSO_WM_TAG_VERSION" val="3.0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e2750534f0bcd871b09aa3a805b4d54d8dda8c"/>
  <p:tag name="KSO_WM_NEWLAYOUT_GROUP_ID" val="layout_1-5"/>
  <p:tag name="KSO_WM_NEWLAYOUT_ID" val="slide_61223ae7a7f7aefc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1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2965"/>
  <p:tag name="KSO_WM_TEMPLATE_SLIDE_ID" val="slide_61223ae7a7f7aefc"/>
</p:tagLst>
</file>

<file path=ppt/tags/tag31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16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1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1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19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2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81051838a25b7a5385e480de95cabe2fd462d3a"/>
  <p:tag name="KSO_WM_NEWLAYOUT_GROUP_ID" val="layout_35"/>
  <p:tag name="KSO_WM_NEWLAYOUT_ID" val="slide_3a8d68c4cb9e2e1d"/>
  <p:tag name="KSO_WM_UNIT_PRESET_TEXT" val="单击此处添加标题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3a8d68c4cb9e2e1d"/>
</p:tagLst>
</file>

<file path=ppt/tags/tag33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33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3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d6bc5f380f824c1194fa6070f9725303327bee"/>
  <p:tag name="KSO_WM_NEWLAYOUT_GROUP_ID" val="layout_26"/>
  <p:tag name="KSO_WM_NEWLAYOUT_ID" val="slide_33b65c8d547e38d4"/>
  <p:tag name="KSO_WM_UNIT_PRESET_TEXT" val="单击此处添加标题"/>
</p:tagLst>
</file>

<file path=ppt/tags/tag3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33b65c8d547e38d4"/>
</p:tagLst>
</file>

<file path=ppt/tags/tag34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50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5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cd79a44a551b3fdfcdcc252f0807d077b8e08ec"/>
  <p:tag name="KSO_WM_NEWLAYOUT_GROUP_ID" val="layout_10012"/>
  <p:tag name="KSO_WM_NEWLAYOUT_ID" val="slide_ed19c0db6ed585c4"/>
  <p:tag name="KSO_WM_UNIT_PRESET_TEXT" val="单击此处添加标题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2fba03f7-3333-4627-b835-28186a269b21.jpg?Expires=1805878386\u0026AWSAccessKeyId=AKLT9NSy7kh8TIS1UzNqLRY2\u0026Signature=rhTyGLHKcdS8VWOJESWV42wmax8%3D&quot;,&quot;product_name&quot;:&quot;wps-wpp-pc&quot;,&quot;intention_code&quot;:&quot;wps_wpp_generate_theme_pay&quot;}*auto_qingqiu_3.0.7_prod*1774342379052_3b1702_d41009eb4827-slide-7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ed19c0db6ed585c4"/>
</p:tagLst>
</file>

<file path=ppt/tags/tag361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2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6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1340e5edf6bbf1a253137202d8d81c64542c9c"/>
  <p:tag name="KSO_WM_NEWLAYOUT_GROUP_ID" val="layout_2"/>
  <p:tag name="KSO_WM_NEWLAYOUT_ID" val="slide_601b8a6f8f27b735"/>
  <p:tag name="KSO_WM_UNIT_PRESET_TEXT" val="单击此处添加标题"/>
</p:tagLst>
</file>

<file path=ppt/tags/tag3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601b8a6f8f27b735"/>
</p:tagLst>
</file>

<file path=ppt/tags/tag378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79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b7ab23ccb59b1e4dfbe8b241a34ca0850ccc0a"/>
  <p:tag name="KSO_WM_NEWLAYOUT_GROUP_ID" val="layout_6"/>
  <p:tag name="KSO_WM_NEWLAYOUT_ID" val="slide_20c7e24892b2d060"/>
  <p:tag name="KSO_WM_UNIT_PRESET_TEXT" val="单击此处添加标题"/>
</p:tagLst>
</file>

<file path=ppt/tags/tag3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20c7e24892b2d060"/>
</p:tagLst>
</file>

<file path=ppt/tags/tag392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9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9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157"/>
  <p:tag name="KSO_WM_TEMPLATE_CATEGORY" val="custom"/>
  <p:tag name="KSO_WM_SLIDE_INDEX" val="5"/>
  <p:tag name="KSO_WM_SLIDE_ID" val="custom40490157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渐变胶囊简约风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3521</Words>
  <Application>WPS 演示</Application>
  <PresentationFormat>宽屏</PresentationFormat>
  <Paragraphs>261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Microsoft YaHei UI</vt:lpstr>
      <vt:lpstr>MiSans</vt:lpstr>
      <vt:lpstr>黑体</vt:lpstr>
      <vt:lpstr>楷体</vt:lpstr>
      <vt:lpstr>华文仿宋</vt:lpstr>
      <vt:lpstr>Arial Unicode MS</vt:lpstr>
      <vt:lpstr>Calibri</vt:lpstr>
      <vt:lpstr>MiSans</vt:lpstr>
      <vt:lpstr>Segoe Print</vt:lpstr>
      <vt:lpstr>Office 主题</vt:lpstr>
      <vt:lpstr>1_渐变胶囊简约风</vt:lpstr>
      <vt:lpstr>2_渐变胶囊简约风</vt:lpstr>
      <vt:lpstr>基于Intel Core Ultra 边缘枢纽的 多模态低空无人机智能调度系统</vt:lpstr>
      <vt:lpstr>目录</vt:lpstr>
      <vt:lpstr>成员介绍</vt:lpstr>
      <vt:lpstr>PowerPoint 演示文稿</vt:lpstr>
      <vt:lpstr>项目目标</vt:lpstr>
      <vt:lpstr>项目目标</vt:lpstr>
      <vt:lpstr>项目方案</vt:lpstr>
      <vt:lpstr>项目方案</vt:lpstr>
      <vt:lpstr>使用说明</vt:lpstr>
      <vt:lpstr>项目背景介绍</vt:lpstr>
      <vt:lpstr>嵌入式特征</vt:lpstr>
      <vt:lpstr>模板修改方法</vt:lpstr>
      <vt:lpstr>项目预期应用</vt:lpstr>
      <vt:lpstr>项目成果呈现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基于Intel Core Ultra 边缘枢纽的 多模态低空无人机智能调度系统</dc:title>
  <dc:creator/>
  <cp:lastModifiedBy>浅仓</cp:lastModifiedBy>
  <cp:revision>10</cp:revision>
  <dcterms:created xsi:type="dcterms:W3CDTF">2026-03-24T10:14:54Z</dcterms:created>
  <dcterms:modified xsi:type="dcterms:W3CDTF">2026-03-24T10:48:04Z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v1.0_ai_69796632965</vt:lpwstr>
  </property>
  <property fmtid="{D5CDD505-2E9C-101B-9397-08002B2CF9AE}" pid="4" name="ICV">
    <vt:lpwstr>384FE5847B822A2C0451C269BAD81CAE_42</vt:lpwstr>
  </property>
</Properties>
</file>